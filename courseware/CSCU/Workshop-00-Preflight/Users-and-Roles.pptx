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-1371600"/>
            <a:ext cx="4023360" cy="4023360"/>
          </a:xfrm>
          <a:prstGeom prst="ellipse">
            <a:avLst/>
          </a:prstGeom>
          <a:solidFill>
            <a:srgbClr val="1C3A5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80360"/>
            <a:ext cx="2468880" cy="2468880"/>
          </a:xfrm>
          <a:prstGeom prst="ellipse">
            <a:avLst/>
          </a:prstGeom>
          <a:solidFill>
            <a:srgbClr val="1E7E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841248" cy="84124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480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5669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 ·  PREFLIGHT  ·  PDC ADMIN · USERS &amp; ROLES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" y="157276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Provision the Copper State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Company Users &amp; Roles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connects a source or curates a term, the CSCU team needs accounts with the right roles. Reset the Catalog admin, then create every user mapped to least-privilege access.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Data Catalog 11.0.0  ·  Keycloak realm pdc  ·  7 users · least-privilege role mapping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you'll accomplish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catalog.admin password in Keycloak and grant it every PDC role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six CSCU team accounts in Data 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96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user to the least-privilege role their work requires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310896" cy="310896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user can sign in and sees only what their role allows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— SEVEN ACCOUNTS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1700784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7007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Admin — superuser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213055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1305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elena.ramirez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Business Steward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32120" y="256032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nadia.flores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299008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29900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marcus.webb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3419856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34198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tom.callahan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3849624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3849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data.analyst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32120" y="427939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279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business.analyst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Preflight — run once, before Workshop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admin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53896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3716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console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https://pentaho.io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37160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instance root — substitute your host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2020824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1938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9385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https://pentaho.io/keycloak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93852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→ select the realm below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0545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2587752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250545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25054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50545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PDC tenant realm (not master)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07238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3154680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" y="307238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07238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pdc-client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07238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client PDC authenticates against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63931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721608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36393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36393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63931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its password in Keycloak (next)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" y="4288536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848" y="420624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password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34640" y="420624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copperstate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420624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credential — set non-temporary; change in production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Keep these handy — you'll use them in the procedure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seven PDC roles, two tiers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00784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business glossaries and policies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+ view/add/delete data-source content, dashboards, BI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USERS  ·  license-limited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0078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7465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8032" y="19842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glossaries and policies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663440" y="232257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368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6060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profiling, rules, identification, reference data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9900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3227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permissions &amp; system config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663440" y="356616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3611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Administrator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38496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utilisation &amp; Data Optimizer tiering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663440" y="4187952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42336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Developer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28032" y="44714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metadata &amp; MDM rules; domain logic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Highest assigned role wins · Expert seats are capped by licence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gets which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E4F3F5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35608"/>
            <a:ext cx="292608" cy="292608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ROLES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0" y="1353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superuser — password copperstate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1851660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933956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24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516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elena.ramirez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8516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 · Business Steward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18516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Connects, profiles, identifies; owns Usage/Ops terms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35000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350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nadia.flores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0" y="23500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Member + Governance terms &amp; policies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2848356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30652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28483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marcus.webb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1800" y="28483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0" y="28483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Billing &amp; Rates terms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02920" y="3346704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429000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34670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tom.callahan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60720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Compliance &amp; Governance terms (CDE)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02920" y="3845052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27348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38450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data.analyst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71800" y="38450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60720" y="38450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discovery, lineage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02920" y="4343400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4425696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business.analyst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718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60720" y="4343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metadata, searches, Galaxy View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Assign only what the role needs — least privilege from day one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steps to a provisioned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13533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admin password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135331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→ realm pdc → Users → catalog.admin → Credentials → set copperstate (Temporary off)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60804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1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18425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admin every role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184251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→ Management → Users &amp; Communities → catalog.admin → Add Roles → select 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2331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PDC as admin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233172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catalog.admin / copperstate — confirm Administration appears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39212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30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28209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CSCU user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49040" y="282092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Communities → Add New → Add User → enter name and 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28416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3310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role(s)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49040" y="331012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Roles → tick the role(s) from the mapping → 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817620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808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9848" y="37993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each lab password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379933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→ the user → Credentials → copperstate (Temporary off)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306824"/>
            <a:ext cx="402336" cy="402336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9848" y="42885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sign-in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49040" y="428853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logs in and sees only their permitted areas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Full click-paths are in the Workshop Guide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Fixing provisioning snags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6362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licensed limit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" y="189280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assigned more Expert seats than the licence allows. Free a seat, or drop an Expert role where a Business role suffices.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8" name="Text 6"/>
          <p:cNvSpPr/>
          <p:nvPr/>
        </p:nvSpPr>
        <p:spPr>
          <a:xfrm>
            <a:off x="4864608" y="156362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add overlapping roles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89280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PDC UI blocks a role plus a community from the same base. For catalog.admin's all-roles, assign the roles directly (Keycloak realm roles) instead.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2666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can't sign 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335584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Keycloak password was left Temporary. Reopen Credentials and turn Temporary off, or have the user reset on first login.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02666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on the token / wrong realm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64608" y="335584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realm pdc, not master, and the server root as the base URL — no port, no /keycloak suffix in the base.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Most provisioning issues are one of these four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 is governance, from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only the role their work needs — an analyst reads, a steward curates, only the admin administers.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Separation of duties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Stewards own terms and policies; Data Stewards own sources and profiling. The split makes ownership auditable.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Role–course map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workshop assumes these roles: stewards drive W3–W7, analysts explore in W2/W6. Provision once, here.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A least-privilege catalog is easier to trust and to audit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291840" cy="3291840"/>
          </a:xfrm>
          <a:prstGeom prst="ellipse">
            <a:avLst/>
          </a:prstGeom>
          <a:solidFill>
            <a:srgbClr val="1C3A5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868680" cy="868680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72768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CSCU account is ready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catalog.admin signs in with password copperstate and sees Administration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8437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CSCU users exist, each with the role(s) from the mapping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3009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nadia.flores can open Business Glossary; elena.ramirez can add a data source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7581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"exceeded licensed limit" warnings remain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Workshop 1: Connect the Data 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0 — Preflight: Provision Users &amp; Roles</dc:title>
  <dc:subject>PptxGenJS Presentation</dc:subject>
  <dc:creator>Pentaho Education</dc:creator>
  <cp:lastModifiedBy>Pentaho Education</cp:lastModifiedBy>
  <cp:revision>1</cp:revision>
  <dcterms:created xsi:type="dcterms:W3CDTF">2026-07-02T08:11:41Z</dcterms:created>
  <dcterms:modified xsi:type="dcterms:W3CDTF">2026-07-02T08:11:41Z</dcterms:modified>
</cp:coreProperties>
</file>