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-1371600"/>
            <a:ext cx="4023360" cy="4023360"/>
          </a:xfrm>
          <a:prstGeom prst="ellipse">
            <a:avLst/>
          </a:prstGeom>
          <a:solidFill>
            <a:srgbClr val="1C3A5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880360"/>
            <a:ext cx="2468880" cy="2468880"/>
          </a:xfrm>
          <a:prstGeom prst="ellipse">
            <a:avLst/>
          </a:prstGeom>
          <a:solidFill>
            <a:srgbClr val="1E7E9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841248" cy="84124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4805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56692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4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0  ·  PREFLIGHT  ·  PDC ADMIN · USERS &amp; ROLES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4632" y="1572768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Provision the Arizona Water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Company Users &amp; Roles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21208" y="3200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anyone connects a source or curates a term, the AWC team needs accounts with the right roles. Reset the Catalog admin, then create every user mapped to least-privilege access.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21208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Pentaho Data Catalog 10.2.11  ·  Keycloak realm pdc  ·  7 users · least-privilege role mapping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SCENE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217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you'll accomplish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10896" cy="310896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08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36245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the catalog.admin password in Keycloak and grant it every PDC role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84248"/>
            <a:ext cx="310896" cy="310896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92938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six AWC team accounts in Data Catalog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51176"/>
            <a:ext cx="310896" cy="310896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4963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user to the least-privilege role their work requires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118104"/>
            <a:ext cx="310896" cy="310896"/>
          </a:xfrm>
          <a:prstGeom prst="ellipse">
            <a:avLst/>
          </a:prstGeom>
          <a:solidFill>
            <a:srgbClr val="34B6C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06324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each user can sign in and sees only what their role allows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212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CAST — SEVEN ACCOUNTS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32120" y="1700784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170078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catalog.admin  </a:t>
            </a:r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Admin — superuser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32120" y="2130552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21305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david.chen  </a:t>
            </a:r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Business Steward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32120" y="2560320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maria.garcia  </a:t>
            </a:r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Steward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32120" y="2990088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29900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robert.hayes  </a:t>
            </a:r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Steward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32120" y="3419856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0" y="341985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susan.park  </a:t>
            </a:r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Steward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32120" y="3849624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38496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data.analyst  </a:t>
            </a:r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532120" y="4279392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0" y="427939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business.analyst  </a:t>
            </a:r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4828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0 · Preflight — run once, before Workshop 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21040" y="4828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217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admin parameters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AF1F6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453896"/>
            <a:ext cx="329184" cy="329184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9848" y="137160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 console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37160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https://pentaho.io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0" y="1371600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instance root — substitute your host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938528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AF1F6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" y="2020824"/>
            <a:ext cx="329184" cy="329184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" y="193852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admin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193852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https://pentaho.io/keycloak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1938528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→ select the realm below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505456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AF1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" y="2587752"/>
            <a:ext cx="329184" cy="329184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9848" y="250545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250545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2505456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PDC tenant realm (not master)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072384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AF1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" y="3154680"/>
            <a:ext cx="329184" cy="329184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" y="3145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9848" y="307238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4640" y="307238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pdc-client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3072384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client PDC authenticates against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639312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AF1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" y="3721608"/>
            <a:ext cx="329184" cy="329184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69848" y="363931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834640" y="363931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catalog.admin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3639312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its password in Keycloak (next)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4206240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AF1F6"/>
          </a:solidFill>
          <a:ln/>
        </p:spPr>
      </p:sp>
      <p:sp>
        <p:nvSpPr>
          <p:cNvPr id="35" name="Shape 33"/>
          <p:cNvSpPr/>
          <p:nvPr/>
        </p:nvSpPr>
        <p:spPr>
          <a:xfrm>
            <a:off x="612648" y="4288536"/>
            <a:ext cx="329184" cy="329184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69848" y="420624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password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834640" y="420624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azwater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94960" y="4206240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credential — set non-temporary; change in production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" y="4828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0 · Keep these handy — you'll use them in the procedure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321040" y="4828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217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seven PDC roles, two tiers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00784"/>
            <a:ext cx="3840480" cy="786384"/>
          </a:xfrm>
          <a:prstGeom prst="roundRect">
            <a:avLst>
              <a:gd name="adj" fmla="val 6977"/>
            </a:avLst>
          </a:prstGeom>
          <a:solidFill>
            <a:srgbClr val="EAF1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73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02996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business glossaries and policies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596896"/>
            <a:ext cx="3840480" cy="786384"/>
          </a:xfrm>
          <a:prstGeom prst="roundRect">
            <a:avLst>
              <a:gd name="adj" fmla="val 6977"/>
            </a:avLst>
          </a:prstGeom>
          <a:solidFill>
            <a:srgbClr val="EAF1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 + view/add/delete data-source content, dashboards, BI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USERS  ·  license-limited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700784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7465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Steward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28032" y="198424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glossaries and policies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663440" y="2322576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236829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28032" y="260604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sources, profiling, rules, identification, reference data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663440" y="2944368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29900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28032" y="32278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roles, permissions &amp; system config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663440" y="3566160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28032" y="36118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Administrator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28032" y="384962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utilisation &amp; Data Optimizer tiering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4663440" y="4187952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423367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Developer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28032" y="447141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Business, metadata &amp; MDM rules; domain logic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502920" y="4828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0 · Highest assigned role wins · Expert seats are capped by licence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21040" y="4828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217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Who gets which role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E4F3F5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435608"/>
            <a:ext cx="292608" cy="292608"/>
          </a:xfrm>
          <a:prstGeom prst="ellipse">
            <a:avLst/>
          </a:prstGeom>
          <a:solidFill>
            <a:srgbClr val="34B6C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26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3533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catalog.admin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71800" y="1353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ROLES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0" y="13533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superuser — password azwater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02920" y="1851660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933956"/>
            <a:ext cx="292608" cy="29260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248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18516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david.chen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1800" y="18516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 · Business Steward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60720" y="18516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Connects, profiles, identifies; owns Usage/Ops terms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02920" y="2350008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432304"/>
            <a:ext cx="292608" cy="29260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3500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maria.garcia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71800" y="2350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Steward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760720" y="235000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Customer + Governance terms &amp; policies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02920" y="2848356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2930652"/>
            <a:ext cx="292608" cy="29260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9215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284835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robert.hayes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71800" y="28483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Steward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60720" y="28483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Billing &amp; Rates terms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502920" y="3346704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3429000"/>
            <a:ext cx="292608" cy="29260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334670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susan.park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71800" y="33467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Steward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60720" y="33467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Compliance &amp; Governance terms (CDE)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502920" y="3845052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3927348"/>
            <a:ext cx="292608" cy="29260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9182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05840" y="38450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data.analyst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71800" y="38450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60720" y="38450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Profiling, discovery, lineage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502920" y="4343400"/>
            <a:ext cx="8138160" cy="4572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" y="4425696"/>
            <a:ext cx="292608" cy="29260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5840" y="4343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business.analyst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971800" y="4343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760720" y="43434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metadata, searches, Galaxy View</a:t>
            </a:r>
            <a:endParaRPr lang="en-US" sz="930" dirty="0"/>
          </a:p>
        </p:txBody>
      </p:sp>
      <p:sp>
        <p:nvSpPr>
          <p:cNvPr id="46" name="Text 44"/>
          <p:cNvSpPr/>
          <p:nvPr/>
        </p:nvSpPr>
        <p:spPr>
          <a:xfrm>
            <a:off x="502920" y="4828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0 · Assign only what the role needs — least privilege from day one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21040" y="4828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PROCEDURE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217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Seven steps to a provisioned catalog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02336" cy="402336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62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9848" y="135331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the admin password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749040" y="1353312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→ realm pdc → Users → catalog.admin → Credentials → set azwater (Temporary off)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60804"/>
            <a:ext cx="402336" cy="402336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51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9848" y="184251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admin every role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49040" y="1842516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 → Management → Users &amp; Communities → catalog.admin → Add Roles → select all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350008"/>
            <a:ext cx="402336" cy="402336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340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69848" y="23317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PDC as admin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49040" y="2331720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catalog.admin / azwater — confirm Administration appears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839212"/>
            <a:ext cx="402336" cy="402336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8300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69848" y="282092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each AWC user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749040" y="2820924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Communities → Add New → Add User → enter name and email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328416"/>
            <a:ext cx="402336" cy="402336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69848" y="33101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role(s)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49040" y="3310128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Roles → tick the role(s) from the mapping → Done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817620"/>
            <a:ext cx="402336" cy="402336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8084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69848" y="37993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each lab password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749040" y="3799332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→ the user → Credentials → azwater (Temporary off)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4306824"/>
            <a:ext cx="402336" cy="402336"/>
          </a:xfrm>
          <a:prstGeom prst="ellipse">
            <a:avLst/>
          </a:prstGeom>
          <a:solidFill>
            <a:srgbClr val="34B6C2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69848" y="428853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sign-in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749040" y="4288536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logs in and sees only their permitted areas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828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0 · Full click-paths are in the Workshop Guide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21040" y="4828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THINGS GO WRONG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217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Fixing provisioning snags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563624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Exceeded licensed limit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4088" y="1892808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assigned more Expert seats than the licence allows. Free a seat, or drop an Expert role where a Business role suffices.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/>
        </p:spPr>
      </p:sp>
      <p:sp>
        <p:nvSpPr>
          <p:cNvPr id="8" name="Text 6"/>
          <p:cNvSpPr/>
          <p:nvPr/>
        </p:nvSpPr>
        <p:spPr>
          <a:xfrm>
            <a:off x="4864608" y="1563624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add overlapping roles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64608" y="1892808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PDC UI blocks a role plus a community from the same base. For catalog.admin's all-roles, assign the roles directly (Keycloak realm roles) instead.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026664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can't sign in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4088" y="3355848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Keycloak password was left Temporary. Reopen Credentials and turn Temporary off, or have the user reset on first login.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026664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on the token / wrong realm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64608" y="3355848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realm pdc, not master, and the server root as the base URL — no port, no /keycloak suffix in the base.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0 · Most provisioning issues are one of these four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21040" y="4828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E7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6217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Access is governance, from day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AF1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37360"/>
            <a:ext cx="566928" cy="56692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28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Least privilege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gets only the role their work needs — an analyst reads, a steward curates, only the admin administers.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15087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AF1F6"/>
          </a:solidFill>
          <a:ln/>
        </p:spPr>
      </p:sp>
      <p:sp>
        <p:nvSpPr>
          <p:cNvPr id="10" name="Shape 8"/>
          <p:cNvSpPr/>
          <p:nvPr/>
        </p:nvSpPr>
        <p:spPr>
          <a:xfrm>
            <a:off x="3502152" y="1737360"/>
            <a:ext cx="566928" cy="56692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1728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02152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Separation of duties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02152" y="285292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Stewards own terms and policies; Data Stewards own sources and profiling. The split makes ownership auditable.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44184" y="15087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EAF1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272784" y="1737360"/>
            <a:ext cx="566928" cy="566928"/>
          </a:xfrm>
          <a:prstGeom prst="ellipse">
            <a:avLst/>
          </a:prstGeom>
          <a:solidFill>
            <a:srgbClr val="1E7E93"/>
          </a:solidFill>
          <a:ln/>
        </p:spPr>
      </p:sp>
      <p:sp>
        <p:nvSpPr>
          <p:cNvPr id="16" name="Text 14"/>
          <p:cNvSpPr/>
          <p:nvPr/>
        </p:nvSpPr>
        <p:spPr>
          <a:xfrm>
            <a:off x="6272784" y="1728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72784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Role–course map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72784" y="285292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A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later workshop assumes these roles: stewards drive W3–W7, analysts explore in W2/W6. Provision once, here.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28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0 · A least-privilege catalog is easier to trust and to audit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21040" y="4828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291840" cy="3291840"/>
          </a:xfrm>
          <a:prstGeom prst="ellipse">
            <a:avLst/>
          </a:prstGeom>
          <a:solidFill>
            <a:srgbClr val="1C3A55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868680" cy="868680"/>
          </a:xfrm>
          <a:prstGeom prst="ellipse">
            <a:avLst/>
          </a:prstGeom>
          <a:solidFill>
            <a:srgbClr val="34B6C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72768" y="658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4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AWC account is ready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56032" cy="256032"/>
          </a:xfrm>
          <a:prstGeom prst="ellipse">
            <a:avLst/>
          </a:prstGeom>
          <a:solidFill>
            <a:srgbClr val="34B6C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238658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catalog.admin signs in with password azwater and sees Administration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256032" cy="256032"/>
          </a:xfrm>
          <a:prstGeom prst="ellipse">
            <a:avLst/>
          </a:prstGeom>
          <a:solidFill>
            <a:srgbClr val="34B6C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07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284378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AWC users exist, each with the role(s) from the mapping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256032" cy="256032"/>
          </a:xfrm>
          <a:prstGeom prst="ellipse">
            <a:avLst/>
          </a:prstGeom>
          <a:solidFill>
            <a:srgbClr val="34B6C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64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330098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maria.garcia can open Business Glossary; david.chen can add a data source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256032" cy="256032"/>
          </a:xfrm>
          <a:prstGeom prst="ellipse">
            <a:avLst/>
          </a:prstGeom>
          <a:solidFill>
            <a:srgbClr val="34B6C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22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75818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"exceeded licensed limit" warnings remain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526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— Workshop 1: Connect the Data Sources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0 — Preflight: Provision Users &amp; Roles</dc:title>
  <dc:subject>PptxGenJS Presentation</dc:subject>
  <dc:creator>Pentaho Education</dc:creator>
  <cp:lastModifiedBy>Pentaho Education</cp:lastModifiedBy>
  <cp:revision>1</cp:revision>
  <dcterms:created xsi:type="dcterms:W3CDTF">2026-07-02T08:11:41Z</dcterms:created>
  <dcterms:modified xsi:type="dcterms:W3CDTF">2026-07-02T08:11:41Z</dcterms:modified>
</cp:coreProperties>
</file>