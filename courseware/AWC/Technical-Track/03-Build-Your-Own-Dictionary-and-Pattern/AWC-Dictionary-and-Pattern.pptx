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06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PENTAHO DATA CATALOG 10.2.11   ·   TECHNICAL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AWC Dictionary &amp; Pattern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788920"/>
            <a:ext cx="2926080" cy="0"/>
          </a:xfrm>
          <a:prstGeom prst="line">
            <a:avLst/>
          </a:prstGeom>
          <a:noFill/>
          <a:ln w="31750">
            <a:solidFill>
              <a:srgbClr val="127C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71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and import the Arizona Water Company method library, then run it as escalating Data Identification policies — across the operations database and the document store.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dictionaries</a:t>
            </a:r>
            <a:r>
              <a:rPr lang="en-US" sz="1300" dirty="0">
                <a:solidFill>
                  <a:srgbClr val="5C8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patterns</a:t>
            </a:r>
            <a:r>
              <a:rPr lang="en-US" sz="1300" dirty="0">
                <a:solidFill>
                  <a:srgbClr val="5C8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300" dirty="0">
                <a:solidFill>
                  <a:srgbClr val="9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Steward / Storage Admin   ·   ~60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methods, one AWC library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taught the engine. Here you author the methods AWC needs, import the full set, and run it. Three upload routes get them in: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590800" cy="1920240"/>
          </a:xfrm>
          <a:prstGeom prst="roundRect">
            <a:avLst>
              <a:gd name="adj" fmla="val 3810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Dictionary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13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one-column CSV of values, loaded into a new dictionary. The simplest route.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6600" y="1965960"/>
            <a:ext cx="2590800" cy="1920240"/>
          </a:xfrm>
          <a:prstGeom prst="roundRect">
            <a:avLst>
              <a:gd name="adj" fmla="val 3810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5200" y="2194560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2" name="Text 10"/>
          <p:cNvSpPr/>
          <p:nvPr/>
        </p:nvSpPr>
        <p:spPr>
          <a:xfrm>
            <a:off x="35052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08120" y="21945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Dictionaries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05200" y="2743200"/>
            <a:ext cx="213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ZIP of CSV value-lists + JSON rules — the whole dictionary library at once.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50280" y="1965960"/>
            <a:ext cx="2590800" cy="1920240"/>
          </a:xfrm>
          <a:prstGeom prst="roundRect">
            <a:avLst>
              <a:gd name="adj" fmla="val 3810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8880" y="2194560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7" name="Text 15"/>
          <p:cNvSpPr/>
          <p:nvPr/>
        </p:nvSpPr>
        <p:spPr>
          <a:xfrm>
            <a:off x="62788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81800" y="21945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Patterns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78880" y="2743200"/>
            <a:ext cx="213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JSON file (or ZIP of JSON) — one pattern, or all five together.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method maps to a real column or document in the dataset.  </a:t>
            </a:r>
            <a:r>
              <a:rPr lang="en-US" sz="115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appendix in the lab guide is the full index.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AWC Dictionary &amp; Pattern  ·  PDC 10.2.11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LIBRARY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categories across the AWC estate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AWC_Status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1737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· Payment · Workflow state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AWC_Reference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0328" y="1737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/ asset / system lists + every ID format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dicts · 5 patterns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AWC_Location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" y="26060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counties &amp; service geography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2331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AWC_Operations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0328" y="26060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· severity · criticality · pipe &amp; asset condition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0880" y="2331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10896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AWC_Compliance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" y="3474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status · quality · regulated contaminants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34640" y="32004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dicts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methods total — 18 dictionaries (match by content) and 5 patterns (match by shape).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AWC Dictionary &amp; Pattern  ·  PDC 10.2.11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BUILD A DICTIONARY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AWC Asset Type, by upload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920240" y="1399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 → Add Dictionary. Name it, set Category AWC_Reference.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84248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awc_asset_type.csv (11 values); confidence 0.8.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51176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5511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920240" y="25328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Column-name regex (?i)asset_?type at 0.9; pane weight 0.2.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18104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1181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920240" y="30998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Confidence ≥ 0.6 OR Metadata ≥ 0.7, AND Cardinality ≥ 3. Tag: Asset Type.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37160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517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import the rest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re-key the other 17.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21945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 → Import
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AWC-Dictionaries.zip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Continue → Workers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dictionary matches on content — what the column contains, not its name.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AWC Dictionary &amp; Pattern  ·  PDC 10.2.11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INCREASING COMPLEXITY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kinds of dictionary you loaded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17904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37160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value list — Account Status, Payment Status, Severity. No name hint.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295144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 + a term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System Names adds a column-name hint and the Water System business term.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3072384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Compliance-driving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92608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Status via Select Column (extract from a profiled column); export as ZIP to reuse.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3849624"/>
            <a:ext cx="384048" cy="384048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70332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a list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70332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Drinking Water Contaminants (46 terms) — the case no shape can express, and it fires on documents too.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AWC Dictionary &amp; Pattern  ·  PDC 10.2.11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— BUILD A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AWC Account Number, by shape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weighted panes that must sum to 1.0: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830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Column-Name Regex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1783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(?i)(account|acct)_?(no|num|number|id)?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17830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0.3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4414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Patterns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24414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AAA-AA-nnnnnn · AAA-AAA-nnnnnn · AAA-AAAA-nnnnnn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244144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0.4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99816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0998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Regex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309981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^AWC-[A-Z]{2,4}-\d{6}$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309981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0.3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match:  </a:t>
            </a:r>
            <a:r>
              <a:rPr lang="en-US" sz="11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Account Number, Sensitive · Table Tag Contains_Customer_Identifiers · term Customer Account.  Example  </a:t>
            </a:r>
            <a:r>
              <a:rPr lang="en-US" sz="110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AWC-CG-001001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AWC Dictionary &amp; Pattern  ·  PDC 10.2.11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— IMPORT THE REST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ID formats across AWC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59536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/ 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Number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customers.account_number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^AWC-[A-Z]{2,4}-\d{6}$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AWC-CG-001001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Meter 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monthly_usage.meter_id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^MTR-\d{6}$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MTR-001001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asset_inventory.asset_id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^AST-\d{4}$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AST-0001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 Segment 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pipe_network_segments.segment_id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^SEG-\d{5}$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SEG-00001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 Tag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inspection documents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^(PS|T|BS|PRV|LS)-\d{2,3}$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PS-012 · T-03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and meter both end in six digits — the anchored regex keeps them exclusive (qualify and disqualify).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AWC Dictionary &amp; Pattern  ·  PDC 10.2.11</a:t>
            </a:r>
            <a:endParaRPr lang="en-US" sz="800" dirty="0"/>
          </a:p>
        </p:txBody>
      </p:sp>
      <p:sp>
        <p:nvSpPr>
          <p:cNvPr id="4" name="Text 5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 — COMBINE &amp; 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escalating policies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20650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warm-up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Status + Account Number + built-in Email, US ZIP, US Phone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operations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water_systems, monthly_usage, water_quality_reports, account_alerts, asset_inventory, pipe segments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Names, Meter ID, Compliance, Quality, Contaminants, Asset Type/ID, Pipe Material, Segment ID …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full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 awc_operations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custom method + built-ins as one job — then onto awc-documents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Actions → Process → Data Identification → Select Methods → Start → read in Data Canvas.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AWC Dictionary &amp; Pattern  ·  PDC 10.2.11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 — WHAT YOU SHOULD SEE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your policy tags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2700528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 → 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customers.account_number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Number pattern → Account Number, Sensitive + term Customer Account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customers.account_status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Status dictionary → Account 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monthly_usage.meter_id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Meter ID pattern → Meter ID + term Meter 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water_quality_reports.compliance_status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 Status dictionary → Compliance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asset_inventory.asset_id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ID pattern → Asset 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pipe_network_segments.material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 Material dictionary → Pipe Material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AWC Dictionary &amp; Pattern  ·  PDC 10.2.11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 — UNSTRUCTURED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methods, on awc-documents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aren't column-profiled — run Data Discovery, then Document Processing: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5760" cy="365760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1682496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dictionaries + patterns (Contaminants, System Names, Account Number, Equipment Tag). Presence, or presence + count.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365760" cy="365760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249424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files containing US postal addresses with a business term you choose.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71216"/>
            <a:ext cx="365760" cy="365760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852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281635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terms for the document classes; ML assigns them by meaning — no exact string needed.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94176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 that matters:  </a:t>
            </a:r>
            <a:r>
              <a:rPr lang="en-US" sz="10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documents, String Detection ignores the dictionary's rule — it's a pure presence/count match, then applies the method's actions to the file. A column-derived dictionary won't work here; use CSV dictionaries.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AWC Dictionary &amp; Pattern  ·  PDC 10.2.11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 — WHAT YOU SHOULD SEE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sample documents resolve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25603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Identified 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epa_compliance_*.pdf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Contaminants present (Turbidity, Lead, Copper…) + System Name present → Water Quality Compliance Report · Compliance / Confidential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inspection_*.docx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 Tag present (PS-012, T-03) + System Name present → Field Inspection Report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any doc quoting an account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Number via String Detection → presence (and count) of customer identifiers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contaminants dictionary from Part A is the one that earns its keep here.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AWC Dictionary &amp; Pattern  ·  PDC 10.2.11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that bite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/ discover first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1371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only matches data it can see.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once, then curate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011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Re-running a policy re-asserts method tags — don't loop over the app's API overrides.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are an array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PATCH replaces the whole set — read-merge-write. Sensitivity is scalar.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sum to 1.0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291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Column-Name + Content Patterns + Content Regex on every pattern.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from an Export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931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one method, Export it, mirror that exact ZIP/JSON. Validated on load.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AWC Dictionary &amp; Pattern  ·  PDC 10.2.11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6276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the engine's inputs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423160"/>
            <a:ext cx="2743200" cy="0"/>
          </a:xfrm>
          <a:prstGeom prst="line">
            <a:avLst/>
          </a:prstGeom>
          <a:noFill/>
          <a:ln w="31750">
            <a:solidFill>
              <a:srgbClr val="127C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743200"/>
            <a:ext cx="118872" cy="118872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dictionaries + 5 patterns  </a:t>
            </a:r>
            <a:r>
              <a:rPr lang="en-US" sz="1300" dirty="0">
                <a:solidFill>
                  <a:srgbClr val="B9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controlled vocabulary and ID format in the AWC dataset, authored or imported.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310128"/>
            <a:ext cx="118872" cy="118872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186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as escalating policies  </a:t>
            </a:r>
            <a:r>
              <a:rPr lang="en-US" sz="1300" dirty="0">
                <a:solidFill>
                  <a:srgbClr val="B9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 the operations database, then carried onto the document store.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877056"/>
            <a:ext cx="118872" cy="118872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856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are the handoff  </a:t>
            </a:r>
            <a:r>
              <a:rPr lang="en-US" sz="1300" dirty="0">
                <a:solidFill>
                  <a:srgbClr val="B9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Glossary Generator app rides on them over the API; the steward curates.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 03 — Glossary Generator 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1447</Words>
  <Application>Microsoft Office PowerPoint</Application>
  <PresentationFormat>On-screen Show (16:9)</PresentationFormat>
  <Paragraphs>217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Your Own AWC Dictionary &amp; Pattern</dc:title>
  <dc:subject>PptxGenJS Presentation</dc:subject>
  <dc:creator>Pentaho Academy</dc:creator>
  <cp:lastModifiedBy>James O'Reilly</cp:lastModifiedBy>
  <cp:revision>2</cp:revision>
  <dcterms:created xsi:type="dcterms:W3CDTF">2026-06-22T22:24:30Z</dcterms:created>
  <dcterms:modified xsi:type="dcterms:W3CDTF">2026-06-22T22:34:37Z</dcterms:modified>
</cp:coreProperties>
</file>